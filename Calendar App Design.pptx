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embeddedFontLst>
    <p:embeddedFont>
      <p:font typeface="Montserrat"/>
      <p:regular r:id="rId10"/>
      <p:bold r:id="rId11"/>
      <p:italic r:id="rId12"/>
      <p:boldItalic r:id="rId13"/>
    </p:embeddedFont>
    <p:embeddedFont>
      <p:font typeface="Lato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Montserrat-bold.fntdata"/><Relationship Id="rId10" Type="http://schemas.openxmlformats.org/officeDocument/2006/relationships/font" Target="fonts/Montserrat-regular.fntdata"/><Relationship Id="rId13" Type="http://schemas.openxmlformats.org/officeDocument/2006/relationships/font" Target="fonts/Montserrat-boldItalic.fntdata"/><Relationship Id="rId12" Type="http://schemas.openxmlformats.org/officeDocument/2006/relationships/font" Target="fonts/Montserrat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ato-bold.fntdata"/><Relationship Id="rId14" Type="http://schemas.openxmlformats.org/officeDocument/2006/relationships/font" Target="fonts/Lato-regular.fntdata"/><Relationship Id="rId17" Type="http://schemas.openxmlformats.org/officeDocument/2006/relationships/font" Target="fonts/Lato-boldItalic.fntdata"/><Relationship Id="rId16" Type="http://schemas.openxmlformats.org/officeDocument/2006/relationships/font" Target="fonts/Lat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e39eadcf5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e39eadcf5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e39eadcf52_0_12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e39eadcf52_0_12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e39eadcf52_0_12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e39eadcf52_0_12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e39eadcf52_0_12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e39eadcf52_0_12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Approach and Design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3"/>
          <p:cNvSpPr txBox="1"/>
          <p:nvPr>
            <p:ph idx="1" type="body"/>
          </p:nvPr>
        </p:nvSpPr>
        <p:spPr>
          <a:xfrm>
            <a:off x="1297500" y="1067675"/>
            <a:ext cx="7038900" cy="341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project is a command-line calendar and scheduling manager built with Java following Object Oriented Programming (OOP) design.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Basic functionality to add, remove, and query events is implemented. Detection for overlapping and invalid events is also included.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Files &amp; Structure </a:t>
            </a:r>
            <a:endParaRPr/>
          </a:p>
        </p:txBody>
      </p:sp>
      <p:sp>
        <p:nvSpPr>
          <p:cNvPr id="141" name="Google Shape;141;p14"/>
          <p:cNvSpPr txBox="1"/>
          <p:nvPr>
            <p:ph idx="1" type="body"/>
          </p:nvPr>
        </p:nvSpPr>
        <p:spPr>
          <a:xfrm>
            <a:off x="1297500" y="1067675"/>
            <a:ext cx="7038900" cy="341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Main.java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User interface handling inputs and outputs 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Event.java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Represents individual calendar events</a:t>
            </a:r>
            <a:endParaRPr/>
          </a:p>
          <a:p>
            <a:pPr indent="-298450" lvl="2" marL="1371600" rtl="0" algn="l"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en"/>
              <a:t>Name</a:t>
            </a:r>
            <a:endParaRPr/>
          </a:p>
          <a:p>
            <a:pPr indent="-298450" lvl="2" marL="1371600" rtl="0" algn="l"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en"/>
              <a:t>Date</a:t>
            </a:r>
            <a:endParaRPr/>
          </a:p>
          <a:p>
            <a:pPr indent="-298450" lvl="2" marL="1371600" rtl="0" algn="l"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en"/>
              <a:t>Start time</a:t>
            </a:r>
            <a:endParaRPr/>
          </a:p>
          <a:p>
            <a:pPr indent="-298450" lvl="2" marL="1371600" rtl="0" algn="l"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en"/>
              <a:t>End time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EventCalendar.java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 Manages all calendar operations </a:t>
            </a:r>
            <a:endParaRPr/>
          </a:p>
          <a:p>
            <a:pPr indent="-298450" lvl="2" marL="1371600" rtl="0" algn="l"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en"/>
              <a:t>Add event</a:t>
            </a:r>
            <a:endParaRPr/>
          </a:p>
          <a:p>
            <a:pPr indent="-298450" lvl="2" marL="1371600" rtl="0" algn="l"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en"/>
              <a:t>Remove event</a:t>
            </a:r>
            <a:endParaRPr/>
          </a:p>
          <a:p>
            <a:pPr indent="-298450" lvl="2" marL="1371600" rtl="0" algn="l"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en"/>
              <a:t>Query events given date</a:t>
            </a:r>
            <a:endParaRPr/>
          </a:p>
          <a:p>
            <a:pPr indent="-298450" lvl="2" marL="1371600" rtl="0" algn="l"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en"/>
              <a:t>Query all event in calendars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Detects time conflicts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Sorts events by start time for readability 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EventCalendarTest.java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Runs unit tests for validation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Run &amp; Test </a:t>
            </a:r>
            <a:endParaRPr/>
          </a:p>
        </p:txBody>
      </p:sp>
      <p:sp>
        <p:nvSpPr>
          <p:cNvPr id="147" name="Google Shape;147;p15"/>
          <p:cNvSpPr txBox="1"/>
          <p:nvPr>
            <p:ph idx="1" type="body"/>
          </p:nvPr>
        </p:nvSpPr>
        <p:spPr>
          <a:xfrm>
            <a:off x="1297500" y="1067675"/>
            <a:ext cx="7038900" cy="341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Compile and run program (bash):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javac *.java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java Main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 tests (bash):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 Use IntelliJ or Maven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mvn test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What is tested:</a:t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Adding valid events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Removing events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Adding event with time conflict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Adding event with invalid start time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Retrieving events by date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Retrieving all events in calendar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Seed and test data</a:t>
            </a:r>
            <a:endParaRPr/>
          </a:p>
        </p:txBody>
      </p:sp>
      <p:sp>
        <p:nvSpPr>
          <p:cNvPr id="153" name="Google Shape;153;p16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Seed data is included in Main.java to use for testing with an already populated </a:t>
            </a:r>
            <a:r>
              <a:rPr lang="en"/>
              <a:t>calendar which can be commented in or out</a:t>
            </a:r>
            <a:r>
              <a:rPr lang="en"/>
              <a:t>: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calendar.addEvent(new Event("Meeting", "2024-06-01", "10:00", "11:00"));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calendar.addEvent(new Event("Lunch", "2024-06-01", "12:00", "13:00"));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calendar.addEvent(new Event("Appointment", "2024-06-02", "18:00", "19:00"));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Test data in EventCalendarTest.java varies for each test, since each one tests different functions.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